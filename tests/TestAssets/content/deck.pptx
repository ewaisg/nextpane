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78f4e389c194c72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a73908cca5b4452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a73908cca5b445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Quarterly review</a:t>
            </a:r>
          </a:p>
        </p:txBody>
      </p:sp>
      <p:sp>
        <p:nvSpPr>
          <p:cNvPr id="3" name="Text 3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grew by twelve percent</a:t>
            </a:r>
          </a:p>
        </p:txBody>
      </p:sp>
    </p:spTree>
  </p:cSld>
</p:sld>
</file>